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7" r:id="rId12"/>
  </p:sldMasterIdLst>
  <p:sldIdLst>
    <p:sldId id="256" r:id="rId13"/>
  </p:sldIdLst>
  <p:sldSz cx="6480175" cy="35274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ADFC6D-377B-4752-A988-C083C0B73B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5D3625-A408-400F-A438-A6516C90B9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AEEC81-E0AF-409D-94B2-A175045F29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B124CD2-3FA7-4C4C-B277-53BED1B428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AA31288-444F-4F63-9B1B-8F5E395878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D308ACB-54F2-4419-BCA9-645CA8546E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B9A7275-68ED-49E1-A648-1004CF31A3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9EFE282-2F12-4354-B4A6-FCCAF6457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12BBDCA-6890-45D5-8745-8BF49CC89D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EC22F9-E8D7-4755-9685-2821301A2C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CA677A-AE61-48DE-BA54-82382ABE7B8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830B60-3D3B-42B2-A894-EE06D86932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8D500C-FA67-4930-9F4B-27213448A1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605853-72B9-481F-9389-2BDF500FAA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EBBDAD-23E9-4414-9758-24FB67C060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EEB425-DDB1-4946-A073-3AD6ECAEBD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A60D02-120A-40B2-9096-7609579FAD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9F4592-12D0-4A9D-A916-FA7F3BDF77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324000" y="140760"/>
            <a:ext cx="5831640" cy="5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324000" y="825480"/>
            <a:ext cx="5831640" cy="20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A831B9-E2AE-45A8-9624-A045327111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A172EF-69DF-4748-AF4D-AEE10532E3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anvas_Background"/>
          <p:cNvSpPr/>
          <p:nvPr/>
        </p:nvSpPr>
        <p:spPr>
          <a:xfrm>
            <a:off x="0" y="0"/>
            <a:ext cx="6479640" cy="35276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play_bg"/>
          <p:cNvSpPr/>
          <p:nvPr/>
        </p:nvSpPr>
        <p:spPr>
          <a:xfrm>
            <a:off x="1440000" y="288000"/>
            <a:ext cx="4859640" cy="140364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2600">
            <a:solidFill>
              <a:srgbClr val="0072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outside_label"/>
          <p:cNvSpPr/>
          <p:nvPr/>
        </p:nvSpPr>
        <p:spPr>
          <a:xfrm>
            <a:off x="159840" y="429840"/>
            <a:ext cx="1059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OUTSIDE REPLAY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boundary_label"/>
          <p:cNvSpPr/>
          <p:nvPr/>
        </p:nvSpPr>
        <p:spPr>
          <a:xfrm>
            <a:off x="519840" y="90000"/>
            <a:ext cx="7596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TRUST BOUNDARY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boundary_line"/>
          <p:cNvCxnSpPr/>
          <p:nvPr/>
        </p:nvCxnSpPr>
        <p:spPr>
          <a:xfrm>
            <a:off x="1332000" y="288000"/>
            <a:ext cx="360" cy="1404360"/>
          </a:xfrm>
          <a:prstGeom prst="straightConnector1">
            <a:avLst/>
          </a:prstGeom>
          <a:ln w="15120">
            <a:solidFill>
              <a:srgbClr val="a00000"/>
            </a:solidFill>
            <a:prstDash val="dash"/>
            <a:round/>
          </a:ln>
        </p:spPr>
      </p:cxnSp>
      <p:sp>
        <p:nvSpPr>
          <p:cNvPr id="82" name="replay_label"/>
          <p:cNvSpPr/>
          <p:nvPr/>
        </p:nvSpPr>
        <p:spPr>
          <a:xfrm>
            <a:off x="1620000" y="342000"/>
            <a:ext cx="223164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50" strike="noStrike" u="none">
                <a:solidFill>
                  <a:srgbClr val="0072b2"/>
                </a:solidFill>
                <a:effectLst/>
                <a:uFillTx/>
                <a:latin typeface="arial"/>
              </a:rPr>
              <a:t>REPLAYABLE EVIDENCE CHAIN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arr_prod_evid_shaft"/>
          <p:cNvCxnSpPr/>
          <p:nvPr/>
        </p:nvCxnSpPr>
        <p:spPr>
          <a:xfrm>
            <a:off x="1152000" y="1098000"/>
            <a:ext cx="380880" cy="360"/>
          </a:xfrm>
          <a:prstGeom prst="straightConnector1">
            <a:avLst/>
          </a:prstGeom>
          <a:ln w="16560">
            <a:solidFill>
              <a:srgbClr val="17365d"/>
            </a:solidFill>
            <a:round/>
          </a:ln>
        </p:spPr>
      </p:cxnSp>
      <p:sp>
        <p:nvSpPr>
          <p:cNvPr id="84" name="evidence_box"/>
          <p:cNvSpPr/>
          <p:nvPr/>
        </p:nvSpPr>
        <p:spPr>
          <a:xfrm>
            <a:off x="1584000" y="612000"/>
            <a:ext cx="1295640" cy="971640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120">
            <a:solidFill>
              <a:srgbClr val="0072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arr_prod_evid_head"/>
          <p:cNvSpPr/>
          <p:nvPr/>
        </p:nvSpPr>
        <p:spPr>
          <a:xfrm rot="5400000">
            <a:off x="1537560" y="1051200"/>
            <a:ext cx="93240" cy="93240"/>
          </a:xfrm>
          <a:prstGeom prst="triangle">
            <a:avLst>
              <a:gd name="adj" fmla="val 50000"/>
            </a:avLst>
          </a:prstGeom>
          <a:solidFill>
            <a:srgbClr val="17365d"/>
          </a:solidFill>
          <a:ln w="2520">
            <a:solidFill>
              <a:srgbClr val="17365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6" name="arr_evid_verify_shaft"/>
          <p:cNvCxnSpPr/>
          <p:nvPr/>
        </p:nvCxnSpPr>
        <p:spPr>
          <a:xfrm>
            <a:off x="2880000" y="1098000"/>
            <a:ext cx="236880" cy="360"/>
          </a:xfrm>
          <a:prstGeom prst="straightConnector1">
            <a:avLst/>
          </a:prstGeom>
          <a:ln w="16560">
            <a:solidFill>
              <a:srgbClr val="17365d"/>
            </a:solidFill>
            <a:round/>
          </a:ln>
        </p:spPr>
      </p:cxnSp>
      <p:sp>
        <p:nvSpPr>
          <p:cNvPr id="87" name="verifier_box"/>
          <p:cNvSpPr/>
          <p:nvPr/>
        </p:nvSpPr>
        <p:spPr>
          <a:xfrm>
            <a:off x="3168000" y="594000"/>
            <a:ext cx="1295640" cy="1007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512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arr_evid_verify_head"/>
          <p:cNvSpPr/>
          <p:nvPr/>
        </p:nvSpPr>
        <p:spPr>
          <a:xfrm rot="5400000">
            <a:off x="3121560" y="1051200"/>
            <a:ext cx="93240" cy="93240"/>
          </a:xfrm>
          <a:prstGeom prst="triangle">
            <a:avLst>
              <a:gd name="adj" fmla="val 50000"/>
            </a:avLst>
          </a:prstGeom>
          <a:solidFill>
            <a:srgbClr val="17365d"/>
          </a:solidFill>
          <a:ln w="2520">
            <a:solidFill>
              <a:srgbClr val="17365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status_box"/>
          <p:cNvSpPr/>
          <p:nvPr/>
        </p:nvSpPr>
        <p:spPr>
          <a:xfrm>
            <a:off x="4752000" y="612000"/>
            <a:ext cx="1403640" cy="971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512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0" name="arr_verify_status_shaft"/>
          <p:cNvCxnSpPr/>
          <p:nvPr/>
        </p:nvCxnSpPr>
        <p:spPr>
          <a:xfrm>
            <a:off x="4464000" y="1098000"/>
            <a:ext cx="236880" cy="360"/>
          </a:xfrm>
          <a:prstGeom prst="straightConnector1">
            <a:avLst/>
          </a:prstGeom>
          <a:ln w="16560">
            <a:solidFill>
              <a:srgbClr val="17365d"/>
            </a:solidFill>
            <a:round/>
          </a:ln>
        </p:spPr>
      </p:cxnSp>
      <p:sp>
        <p:nvSpPr>
          <p:cNvPr id="91" name="arr_verify_status_head"/>
          <p:cNvSpPr/>
          <p:nvPr/>
        </p:nvSpPr>
        <p:spPr>
          <a:xfrm rot="5400000">
            <a:off x="4705560" y="1051200"/>
            <a:ext cx="93240" cy="93240"/>
          </a:xfrm>
          <a:prstGeom prst="triangle">
            <a:avLst>
              <a:gd name="adj" fmla="val 50000"/>
            </a:avLst>
          </a:prstGeom>
          <a:solidFill>
            <a:srgbClr val="17365d"/>
          </a:solidFill>
          <a:ln w="2520">
            <a:solidFill>
              <a:srgbClr val="17365d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producer_box"/>
          <p:cNvSpPr/>
          <p:nvPr/>
        </p:nvSpPr>
        <p:spPr>
          <a:xfrm>
            <a:off x="180000" y="612000"/>
            <a:ext cx="971640" cy="9716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5120">
            <a:solidFill>
              <a:srgbClr val="a34b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producer_title"/>
          <p:cNvSpPr/>
          <p:nvPr/>
        </p:nvSpPr>
        <p:spPr>
          <a:xfrm>
            <a:off x="259200" y="676800"/>
            <a:ext cx="8132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20" strike="noStrike" u="none">
                <a:solidFill>
                  <a:srgbClr val="a34b00"/>
                </a:solidFill>
                <a:effectLst/>
                <a:uFillTx/>
                <a:latin typeface="arial"/>
              </a:rPr>
              <a:t>Producer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roducer_body"/>
          <p:cNvSpPr/>
          <p:nvPr/>
        </p:nvSpPr>
        <p:spPr>
          <a:xfrm>
            <a:off x="280800" y="928800"/>
            <a:ext cx="770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/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simulation output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+ claimed context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evidence_title"/>
          <p:cNvSpPr/>
          <p:nvPr/>
        </p:nvSpPr>
        <p:spPr>
          <a:xfrm>
            <a:off x="1663200" y="676800"/>
            <a:ext cx="11372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Evidence artefact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evidence_body"/>
          <p:cNvSpPr/>
          <p:nvPr/>
        </p:nvSpPr>
        <p:spPr>
          <a:xfrm>
            <a:off x="1684800" y="928800"/>
            <a:ext cx="1094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/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bound bytes + hashes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statistics + boundary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verifier_title"/>
          <p:cNvSpPr/>
          <p:nvPr/>
        </p:nvSpPr>
        <p:spPr>
          <a:xfrm>
            <a:off x="3247200" y="658800"/>
            <a:ext cx="113724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/>
            <a:r>
              <a:rPr b="1" lang="en-US" sz="110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Independent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replay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verifier_body"/>
          <p:cNvSpPr/>
          <p:nvPr/>
        </p:nvSpPr>
        <p:spPr>
          <a:xfrm>
            <a:off x="3268800" y="964800"/>
            <a:ext cx="10940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/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recompute from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bound evidence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tatus_title"/>
          <p:cNvSpPr/>
          <p:nvPr/>
        </p:nvSpPr>
        <p:spPr>
          <a:xfrm>
            <a:off x="4831200" y="676800"/>
            <a:ext cx="12452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Replay status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tatus_body"/>
          <p:cNvSpPr/>
          <p:nvPr/>
        </p:nvSpPr>
        <p:spPr>
          <a:xfrm>
            <a:off x="4852800" y="928800"/>
            <a:ext cx="1202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/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internally consistent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or inconsistent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established_box"/>
          <p:cNvSpPr/>
          <p:nvPr/>
        </p:nvSpPr>
        <p:spPr>
          <a:xfrm>
            <a:off x="180000" y="1980000"/>
            <a:ext cx="2951640" cy="1295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404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established_title"/>
          <p:cNvSpPr/>
          <p:nvPr/>
        </p:nvSpPr>
        <p:spPr>
          <a:xfrm>
            <a:off x="324000" y="2088000"/>
            <a:ext cx="26636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ESTABLISHED BY REPLAY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est_1_icon"/>
          <p:cNvSpPr/>
          <p:nvPr/>
        </p:nvSpPr>
        <p:spPr>
          <a:xfrm>
            <a:off x="360000" y="2386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est_1_sign"/>
          <p:cNvSpPr/>
          <p:nvPr/>
        </p:nvSpPr>
        <p:spPr>
          <a:xfrm>
            <a:off x="360000" y="2379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+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est_1_label"/>
          <p:cNvSpPr/>
          <p:nvPr/>
        </p:nvSpPr>
        <p:spPr>
          <a:xfrm>
            <a:off x="558000" y="2376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byte and hash identity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est_2_icon"/>
          <p:cNvSpPr/>
          <p:nvPr/>
        </p:nvSpPr>
        <p:spPr>
          <a:xfrm>
            <a:off x="360000" y="2584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est_2_sign"/>
          <p:cNvSpPr/>
          <p:nvPr/>
        </p:nvSpPr>
        <p:spPr>
          <a:xfrm>
            <a:off x="360000" y="2577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+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est_2_label"/>
          <p:cNvSpPr/>
          <p:nvPr/>
        </p:nvSpPr>
        <p:spPr>
          <a:xfrm>
            <a:off x="558000" y="2574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sufficient statistics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est_3_icon"/>
          <p:cNvSpPr/>
          <p:nvPr/>
        </p:nvSpPr>
        <p:spPr>
          <a:xfrm>
            <a:off x="360000" y="2782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est_3_sign"/>
          <p:cNvSpPr/>
          <p:nvPr/>
        </p:nvSpPr>
        <p:spPr>
          <a:xfrm>
            <a:off x="360000" y="2775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+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est_3_label"/>
          <p:cNvSpPr/>
          <p:nvPr/>
        </p:nvSpPr>
        <p:spPr>
          <a:xfrm>
            <a:off x="558000" y="2772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boundary and stopping count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est_4_icon"/>
          <p:cNvSpPr/>
          <p:nvPr/>
        </p:nvSpPr>
        <p:spPr>
          <a:xfrm>
            <a:off x="360000" y="2980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2f6b2f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est_4_sign"/>
          <p:cNvSpPr/>
          <p:nvPr/>
        </p:nvSpPr>
        <p:spPr>
          <a:xfrm>
            <a:off x="360000" y="2973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2f6b2f"/>
                </a:solidFill>
                <a:effectLst/>
                <a:uFillTx/>
                <a:latin typeface="arial"/>
              </a:rPr>
              <a:t>+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est_4_label"/>
          <p:cNvSpPr/>
          <p:nvPr/>
        </p:nvSpPr>
        <p:spPr>
          <a:xfrm>
            <a:off x="558000" y="2970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semantic verdict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not_box"/>
          <p:cNvSpPr/>
          <p:nvPr/>
        </p:nvSpPr>
        <p:spPr>
          <a:xfrm>
            <a:off x="3348000" y="1980000"/>
            <a:ext cx="2951640" cy="1295640"/>
          </a:xfrm>
          <a:prstGeom prst="roundRect">
            <a:avLst>
              <a:gd name="adj" fmla="val 16667"/>
            </a:avLst>
          </a:prstGeom>
          <a:solidFill>
            <a:srgbClr val="fce4d6"/>
          </a:solidFill>
          <a:ln w="14040">
            <a:solidFill>
              <a:srgbClr val="a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not_title"/>
          <p:cNvSpPr/>
          <p:nvPr/>
        </p:nvSpPr>
        <p:spPr>
          <a:xfrm>
            <a:off x="3492000" y="2088000"/>
            <a:ext cx="26636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5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NOT ESTABLISHED BY REPLAY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not_1_icon"/>
          <p:cNvSpPr/>
          <p:nvPr/>
        </p:nvSpPr>
        <p:spPr>
          <a:xfrm>
            <a:off x="3528000" y="2386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a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not_1_sign"/>
          <p:cNvSpPr/>
          <p:nvPr/>
        </p:nvSpPr>
        <p:spPr>
          <a:xfrm>
            <a:off x="3528000" y="2379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-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not_1_label"/>
          <p:cNvSpPr/>
          <p:nvPr/>
        </p:nvSpPr>
        <p:spPr>
          <a:xfrm>
            <a:off x="3726000" y="2376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simulator authenticity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not_2_icon"/>
          <p:cNvSpPr/>
          <p:nvPr/>
        </p:nvSpPr>
        <p:spPr>
          <a:xfrm>
            <a:off x="3528000" y="2584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a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not_2_sign"/>
          <p:cNvSpPr/>
          <p:nvPr/>
        </p:nvSpPr>
        <p:spPr>
          <a:xfrm>
            <a:off x="3528000" y="2577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-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not_2_label"/>
          <p:cNvSpPr/>
          <p:nvPr/>
        </p:nvSpPr>
        <p:spPr>
          <a:xfrm>
            <a:off x="3726000" y="2574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random-stream provenance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not_3_icon"/>
          <p:cNvSpPr/>
          <p:nvPr/>
        </p:nvSpPr>
        <p:spPr>
          <a:xfrm>
            <a:off x="3528000" y="2782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a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not_3_sign"/>
          <p:cNvSpPr/>
          <p:nvPr/>
        </p:nvSpPr>
        <p:spPr>
          <a:xfrm>
            <a:off x="3528000" y="2775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-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not_3_label"/>
          <p:cNvSpPr/>
          <p:nvPr/>
        </p:nvSpPr>
        <p:spPr>
          <a:xfrm>
            <a:off x="3726000" y="2772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model or distribution adequacy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not_4_icon"/>
          <p:cNvSpPr/>
          <p:nvPr/>
        </p:nvSpPr>
        <p:spPr>
          <a:xfrm>
            <a:off x="3528000" y="2980800"/>
            <a:ext cx="150840" cy="1508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a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not_4_sign"/>
          <p:cNvSpPr/>
          <p:nvPr/>
        </p:nvSpPr>
        <p:spPr>
          <a:xfrm>
            <a:off x="3528000" y="2973600"/>
            <a:ext cx="150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20" strike="noStrike" u="none">
                <a:solidFill>
                  <a:srgbClr val="a00000"/>
                </a:solidFill>
                <a:effectLst/>
                <a:uFillTx/>
                <a:latin typeface="arial"/>
              </a:rPr>
              <a:t>-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not_4_label"/>
          <p:cNvSpPr/>
          <p:nvPr/>
        </p:nvSpPr>
        <p:spPr>
          <a:xfrm>
            <a:off x="3726000" y="2970000"/>
            <a:ext cx="2321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7200" tIns="7200" bIns="72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30" strike="noStrike" u="none">
                <a:solidFill>
                  <a:srgbClr val="1f1f1f"/>
                </a:solidFill>
                <a:effectLst/>
                <a:uFillTx/>
                <a:latin typeface="arial"/>
              </a:rPr>
              <a:t>global Pareto optimality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2026-08-06T09:14:28Z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